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Georgia"/>
              </a:defRPr>
            </a:pPr>
            <a:r>
              <a:t>Claude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ADCFC"/>
                </a:solidFill>
                <a:latin typeface="Calibri"/>
              </a:defRPr>
            </a:pPr>
            <a:r>
              <a:t>Система постоянной памяти для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9A"/>
                </a:solidFill>
                <a:latin typeface="Calibri"/>
              </a:defRPr>
            </a:pPr>
            <a:r>
              <a:t>Переживает сжатие контекста на 200K токенов. Без потери данных. Мгновенное восстановление.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9A"/>
                </a:solidFill>
                <a:latin typeface="Calibri"/>
              </a:defRPr>
            </a:pPr>
            <a:r>
              <a:t>v1.1  ·  Open Source  ·  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Claude Code теряет ВЕСЬ контекст при 200K токенов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После сжатия Claude забывает задачу, план и решения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Спрашивает «на чём остановились?» — 5-10 мин повторных объяснений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Пересоздаёт уже существующие функции (70K токенов впустую)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Дрейф поведения: аккуратное исследование → рискованное редактирование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  <a:latin typeface="Calibri"/>
              </a:defRPr>
              <a:buChar char="●"/>
            </a:pPr>
            <a:r>
              <a:t>Язык переключается на системную локаль после сжатия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Реальная цена за сессию без защиты: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15-20K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токенов на повторное объяснение контекста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91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70K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337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токенов если Claude пересоздаст существующий код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300K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токенов от нескоординированных агентов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937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5-10 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983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ВАШЕГО времени за каждое сжатие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A"/>
                </a:solidFill>
                <a:latin typeface="Calibri"/>
              </a:defRPr>
            </a:pPr>
            <a:r>
              <a:t>Источник: исследования сообщества, 700K+ задокументированных потерь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Решение: Внешняя Память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Claude Brain использует структурированную папку (Obsidian Vault или любую директорию) как постоянную внешнюю память с автоматическим управлением состоянием.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474720" cy="3931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SESSION_STATE.md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/>
              </a:defRPr>
            </a:pPr>
            <a:r>
              <a:t>Сердце системы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Текущая задача с точной формулировкой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Пошаговый план с маркером → текущего шага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Отслеживание изменённых файлов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Проверенные/Найденные ссылки на код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Лог решений с отвергнутыми альтернативами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Следующее действие (всегда с именем файла)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468880"/>
            <a:ext cx="3474720" cy="3931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CLAUDE.md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/>
              </a:defRPr>
            </a:pPr>
            <a:r>
              <a:t>Мозг системы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Автозагружаемые правила и протокол непрерывности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Критические правила проекта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Карта vault — что и когда читать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Алгоритм восстановления после сжатия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Правила экономии токенов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Абсолютные правила поведения (14 правил)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468880"/>
            <a:ext cx="3474720" cy="3931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Структура 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/>
              </a:defRPr>
            </a:pPr>
            <a:r>
              <a:t>Память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00-10 организованных папок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02/ История изменений по месяцам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04/ Разборы багов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05/ Реестр техдолга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937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07/ Документация модулей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  08/ Сниппеты и паттерны кода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Две версии: CLI и Desktop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CLI версия — 5/5 защита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6517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Автозагружаемые правила и протокол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375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compactPrompt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Направляет сводку сжатия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0233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PreCompact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Бэкап STATE перед сжатием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47091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PostCompact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Инжекция контекста после сжатия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394960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349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SessionStart 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Напоминание при каждом запуске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Надёжность: 9/10 — хуки гарантируют восстановление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645920"/>
            <a:ext cx="5120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645920"/>
            <a:ext cx="512064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Desktop версия — 3/5 защита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65176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Enhanced CLAUDE.md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88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Агрессивные инструкции самосохранения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33756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compactPrompt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Направляет сводку сжатия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4023360"/>
            <a:ext cx="73152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977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F8C9A"/>
                </a:solidFill>
                <a:latin typeface="Calibri"/>
              </a:defRPr>
            </a:pPr>
            <a:r>
              <a:t>Уровень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launchd backup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/>
              </a:defRPr>
            </a:pPr>
            <a:r>
              <a:t>Автобэкап STATE каждые 5 минут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/>
              </a:defRPr>
            </a:pPr>
            <a:r>
              <a:t>Хуки Desktop отключены из-за известного бага (#42336).</a:t>
            </a:r>
            <a:br/>
            <a:r>
              <a:t>Компенсировано усиленными правилами в CLAUDE.md</a:t>
            </a:r>
            <a:br/>
            <a:r>
              <a:t>и автоматическими launchd бэкапами.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Надёжность: 6/10 — зависит от самодисциплины Claude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Как это работает: Поток восстановления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828800"/>
            <a:ext cx="731520" cy="73152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9AF5"/>
                </a:solidFill>
                <a:latin typeface="Calibri"/>
              </a:defRPr>
            </a:pPr>
            <a:r>
              <a:t>SessionStart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Claude читает STATE,</a:t>
            </a:r>
            <a:br/>
            <a:r>
              <a:t>находит активную задачу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880360" y="1828800"/>
            <a:ext cx="731520" cy="7315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ADCFC"/>
                </a:solidFill>
                <a:latin typeface="Calibri"/>
              </a:defRPr>
            </a:pPr>
            <a:r>
              <a:t>Claude 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Контекст растёт</a:t>
            </a:r>
            <a:br/>
            <a:r>
              <a:t>к лимиту 200K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800600" y="1828800"/>
            <a:ext cx="731520" cy="7315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  <a:latin typeface="Calibri"/>
              </a:defRPr>
            </a:pPr>
            <a:r>
              <a:t>PreCompact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Бэкап STATE</a:t>
            </a:r>
            <a:br/>
            <a:r>
              <a:t>перед сжатием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1828800"/>
            <a:ext cx="731520" cy="7315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  <a:latin typeface="Calibri"/>
              </a:defRPr>
            </a:pPr>
            <a:r>
              <a:t>Сжатие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Контекст сжат</a:t>
            </a:r>
            <a:br/>
            <a:r>
              <a:t>до сводки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182880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PostCompact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Task ID + шаг +</a:t>
            </a:r>
            <a:br/>
            <a:r>
              <a:t>следующее действие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182880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200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Claude reads STATE</a:t>
            </a:r>
            <a:br/>
            <a:r>
              <a:t>continues from → step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72000"/>
            <a:ext cx="1069848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Без Claude Brain: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Compaction → "Where did we stop?"</a:t>
            </a:r>
            <a:br/>
            <a:r>
              <a:t>→ You re-explain (5-10 min)</a:t>
            </a:r>
            <a:br/>
            <a:r>
              <a:t>→ Claude re-reads files → May start over</a:t>
            </a:r>
            <a:br/>
            <a:r>
              <a:t>→ 15-20K tokens lost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С Claude Brain: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Compaction → PostCompact injects context</a:t>
            </a:r>
            <a:br/>
            <a:r>
              <a:t>→ Claude reads STATE, finds → step</a:t>
            </a:r>
            <a:br/>
            <a:r>
              <a:t>→ Continues in 10-15 seconds</a:t>
            </a:r>
            <a:br/>
            <a:r>
              <a:t>→ Only 2-3K tokens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Экономика токенов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Расход системы на сессию 200K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18872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Токены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от 200K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CLAUDE.md в контексте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~3-4K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compactPrompt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Обновления STATE (~10/сессию)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~10-15K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5-7%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Чтение STATE при восстановлении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Чтение истории модулей (02/, 07/)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~3-5K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1.5-2.5%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ИТОГО РАСХОД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~20-25K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10-12%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Экономия за одно сжатие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02920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15-20K токенов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756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экономия на повторном объяснении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96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70K токенов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экономия благодаря grep-before-implement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352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5-10 мин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953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времени разработчика за сжатие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741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Секция Проверено/Найдено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3924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предотвращает повторные поиски кода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206240"/>
            <a:ext cx="5029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Возврат инвестиций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1 compaction = system pays for itself</a:t>
            </a:r>
            <a:br/>
            <a:r>
              <a:t>2-3 compactions = net savings of 40-60K tokens</a:t>
            </a:r>
            <a:br/>
            <a:r>
              <a:t>Long sessions (3-5 compactions/day) = maximum ROI</a:t>
            </a:r>
            <a:br/>
            <a:br/>
            <a:r>
              <a:t>With 1M token limit: lower frequency but</a:t>
            </a:r>
            <a:br/>
            <a:r>
              <a:t>higher value per recovery (entire day of work saved)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Новое в v1.1: Правила от сообщества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На основе исследований сообщества, задокументировавших 700K+ потерянных токенов (GitHub issue #13579)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474720" cy="4297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grep-before-implement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100 токенов vs 70 000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Всегда искать по кодовой базе</a:t>
            </a:r>
            <a:br/>
            <a:r>
              <a:t>перед написанием нового кода.</a:t>
            </a:r>
            <a:br/>
            <a:r>
              <a:t>Простой grep стоит 100 токенов.</a:t>
            </a:r>
            <a:br/>
            <a:r>
              <a:t>Пересоздание существующей</a:t>
            </a:r>
            <a:br/>
            <a:r>
              <a:t>функции — 70K.</a:t>
            </a:r>
            <a:br/>
            <a:br/>
            <a:r>
              <a:t>Правило: grep, прочитать, спросить</a:t>
            </a:r>
            <a:br/>
            <a:r>
              <a:t>если неясно. Только потом код.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474720" cy="4297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Секция Проверено/Найдено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Ноль повторных поисков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Новая секция в SESSION_STATE</a:t>
            </a:r>
            <a:br/>
            <a:r>
              <a:t>отслеживает что уже было найдено</a:t>
            </a:r>
            <a:br/>
            <a:r>
              <a:t>и проверено в кодовой базе.</a:t>
            </a:r>
            <a:br/>
            <a:br/>
            <a:r>
              <a:t>После сжатия Claude читает</a:t>
            </a:r>
            <a:br/>
            <a:r>
              <a:t>эту секцию вместо повторного</a:t>
            </a:r>
            <a:br/>
            <a:r>
              <a:t>поиска по тем же файлам.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03120"/>
            <a:ext cx="3474720" cy="4297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Защита от дрейфа после сжатия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Поведенческая защита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После сжатия паттерн Claude</a:t>
            </a:r>
            <a:br/>
            <a:r>
              <a:t>смещается с аккуратного Read→Read→Edit</a:t>
            </a:r>
            <a:br/>
            <a:r>
              <a:t>на рискованный Edit→Edit.</a:t>
            </a:r>
            <a:br/>
            <a:br/>
            <a:r>
              <a:t>Новое правило: перед любым Edit</a:t>
            </a:r>
            <a:br/>
            <a:r>
              <a:t>после сжатия ОБЯЗАТЕЛЬНО прочитать</a:t>
            </a:r>
            <a:br/>
            <a:r>
              <a:t>STATE + секцию Проверено/Найдено.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761"/>
                </a:solidFill>
                <a:latin typeface="Georgia"/>
              </a:defRPr>
            </a:pPr>
            <a:r>
              <a:t>Быстрый старт: 3 шага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828800"/>
            <a:ext cx="640080" cy="64008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Установка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git clone github.com/bogdan-cool-coder/</a:t>
            </a:r>
            <a:br/>
            <a:r>
              <a:t>    claude-brain.git</a:t>
            </a:r>
            <a:br/>
            <a:r>
              <a:t>cd claude-brain</a:t>
            </a:r>
            <a:br/>
            <a:r>
              <a:t>bash install.sh</a:t>
            </a:r>
            <a:br/>
            <a:br/>
            <a:r>
              <a:t>Choose: CLI / Desktop / Both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64592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19" y="182880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Initialize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cd ~/your/project</a:t>
            </a:r>
            <a:br/>
            <a:r>
              <a:t>claude-brain init MyProject</a:t>
            </a:r>
            <a:br/>
            <a:br/>
            <a:r>
              <a:t>Creates:</a:t>
            </a:r>
            <a:br/>
            <a:r>
              <a:t>  • Vault folder (00-10 dirs)</a:t>
            </a:r>
            <a:br/>
            <a:r>
              <a:t>  • CLAUDE.md in project root</a:t>
            </a:r>
            <a:br/>
            <a:r>
              <a:t>  • SESSION_STATE.md</a:t>
            </a:r>
            <a:br/>
            <a:r>
              <a:t>  • .claude/brain.conf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0" y="182880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Calibri"/>
              </a:defRPr>
            </a:pPr>
            <a:r>
              <a:t>Start 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1089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onsolas"/>
              </a:defRPr>
            </a:pPr>
            <a:r>
              <a:t>cd ~/your/project</a:t>
            </a:r>
            <a:br/>
            <a:r>
              <a:t>claude</a:t>
            </a:r>
            <a:br/>
            <a:br/>
            <a:r>
              <a:t>Claude automatically:</a:t>
            </a:r>
            <a:br/>
            <a:r>
              <a:t>  • Loads CLAUDE.md</a:t>
            </a:r>
            <a:br/>
            <a:r>
              <a:t>  • Reads SESSION_STATE</a:t>
            </a:r>
            <a:br/>
            <a:r>
              <a:t>  • Follows recovery protocol</a:t>
            </a:r>
            <a:br/>
            <a:r>
              <a:t>  • Survives compaction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Рекомендации и наблюдения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457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Самая ценная часть — STATE, а не хуки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Формат плана с маркером → и «Следующим действием» — вот что реально сохраняет контекст. Даже если все хуки сломаются, копирование STATE в чат работает.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Держите CLAUDE.md компактным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7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Каждая строка живёт в контексте постоянно. При лимите 200K, CLAUDE.md на 300 строк стоит ~2% контекста. Регулярно пересматривайте.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Desktop догонит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Баг хуков (#42336) рано или поздно исправят. Тогда Desktop автоматически получит 5/5 защиту — архитектура готова.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Vault со временем становится базой знаний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37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Папка 02/ накапливает историю проекта. Любая новая сессия может прочитать 07/ и понять архитектуру модулей без объяснений.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73152" cy="86868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При лимите 1M токенов: реже обновлять, систему сохранить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943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Обновляйте STATE каждые 15-20 сообщений вместо 5. Сжатие реже, но восстановление КРИТИЧНЕЕ — на кону целый день работы.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Georgia"/>
              </a:defRPr>
            </a:pPr>
            <a:r>
              <a:t>Claude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ADCFC"/>
                </a:solidFill>
                <a:latin typeface="Calibri"/>
              </a:defRPr>
            </a:pPr>
            <a:r>
              <a:t>Дайте Claude память, которую он заслуживает.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9AF5"/>
                </a:solidFill>
                <a:latin typeface="Calibri"/>
              </a:defRPr>
            </a:pPr>
            <a:r>
              <a:t>github.com/bogdan-cool-coder/claude-brain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A"/>
                </a:solidFill>
                <a:latin typeface="Calibri"/>
              </a:defRPr>
            </a:pPr>
            <a:r>
              <a:t>Open Source  ·  MIT License  ·  CLI + Desktop  ·  v1.1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