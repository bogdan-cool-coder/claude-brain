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Georgia"/>
              </a:defRPr>
            </a:pPr>
            <a:r>
              <a:t>Claude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ADCFC"/>
                </a:solidFill>
                <a:latin typeface="Calibri"/>
              </a:defRPr>
            </a:pPr>
            <a:r>
              <a:t>Persistent Memory System for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9A"/>
                </a:solidFill>
                <a:latin typeface="Calibri"/>
              </a:defRPr>
            </a:pPr>
            <a:r>
              <a:t>Survives 200K token context compaction. No data loss. Instant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A"/>
                </a:solidFill>
                <a:latin typeface="Calibri"/>
              </a:defRPr>
            </a:pPr>
            <a:r>
              <a:t>v1.1  ·  Open Source  ·  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Claude Code loses ALL context at 200K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After compaction Claude forgets the task, plan, and decisions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Asks "where did we stop?" — 5-10 min re-explaining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Rebuilds features that already exist (70K tokens wasted)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Behavioral drift: careful research becomes reckless editing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Language switches to system locale after compaction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Real Cost Per Session Without Protection: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15-20K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tokens wasted on re-explaining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70K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tokens if Claude rebuilds existing functionality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300K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tokens from uncoordinated agent swarms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37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983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of YOUR time per compaction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A"/>
                </a:solidFill>
                <a:latin typeface="Calibri"/>
              </a:defRPr>
            </a:pPr>
            <a:r>
              <a:t>Source: Community research, 700K+ tokens documented waste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The Solution: External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Claude Brain uses a structured folder (Obsidian Vault or any directory) as persistent external memory with automatic state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47472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SESSION_STATE.md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/>
              </a:defRPr>
            </a:pPr>
            <a:r>
              <a:t>The Heart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Current task with exact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Step-by-step plan with → active marker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Changed files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Verified/Found code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Decisions log with rejected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Next action (always with filename)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468880"/>
            <a:ext cx="347472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CLAUDE.md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Auto-loaded rules and continuity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Project-specific critical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Vault map — what to read and 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Recovery algorithm after compaction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Token economy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Absolute behavioral rules (14 rules)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468880"/>
            <a:ext cx="347472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Vault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/>
              </a:defRPr>
            </a:pPr>
            <a:r>
              <a:t>The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00-10 organized folders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02/ Change history by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04/ Bug postmortems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05/ Tech debt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07/ Module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08/ Code snippets and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Two Versions: CLI &amp; Desktop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CLI Version — 5/5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6517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Auto-loaded rules &amp;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375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compactPrompt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Guides compaction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0233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PreCompact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Backs up STATE before compaction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7091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PostCompact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Injects context after compaction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3949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SessionStart 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Reminds on every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Reliability: 9/10 — hooks guarantee 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64592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645920"/>
            <a:ext cx="512064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Desktop Version — 3/5 Protection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65176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Enhanced CLAUDE.md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Aggressive self-preservation instructions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3756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compactPrompt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Guides compaction summary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02336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Level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launchd backup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Auto-backup STATE every 5 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/>
              </a:defRPr>
            </a:pPr>
            <a:r>
              <a:t>Desktop hooks disabled due to known bug (#42336).</a:t>
            </a:r>
            <a:br/>
            <a:r>
              <a:t>Compensated with stronger CLAUDE.md rules</a:t>
            </a:r>
            <a:br/>
            <a:r>
              <a:t>and automatic launchd backups.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Reliability: 6/10 — depends on Claude's self-discipline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How It Works: Recovery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828800"/>
            <a:ext cx="731520" cy="73152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9AF5"/>
                </a:solidFill>
                <a:latin typeface="Calibri"/>
              </a:defRPr>
            </a:pPr>
            <a:r>
              <a:t>SessionStart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Claude reads STATE,</a:t>
            </a:r>
            <a:br/>
            <a:r>
              <a:t>finds active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880360" y="1828800"/>
            <a:ext cx="731520" cy="7315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Claude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Context grows</a:t>
            </a:r>
            <a:br/>
            <a:r>
              <a:t>toward 200K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82880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Calibri"/>
              </a:defRPr>
            </a:pPr>
            <a:r>
              <a:t>PreCompact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STATE backed up</a:t>
            </a:r>
            <a:br/>
            <a:r>
              <a:t>before compaction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1828800"/>
            <a:ext cx="731520" cy="7315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Compaction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Context compressed</a:t>
            </a:r>
            <a:br/>
            <a:r>
              <a:t>to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182880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PostCompact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Task ID + step +</a:t>
            </a:r>
            <a:br/>
            <a:r>
              <a:t>next action injected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182880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Claude reads STATE</a:t>
            </a:r>
            <a:br/>
            <a:r>
              <a:t>continues from → step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72000"/>
            <a:ext cx="1069848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Without Claude Brain: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Compaction → "Where did we stop?"</a:t>
            </a:r>
            <a:br/>
            <a:r>
              <a:t>→ You re-explain (5-10 min)</a:t>
            </a:r>
            <a:br/>
            <a:r>
              <a:t>→ Claude re-reads files → May start over</a:t>
            </a:r>
            <a:br/>
            <a:r>
              <a:t>→ 15-20K tokens lost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With Claude Brain: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Compaction → PostCompact injects context</a:t>
            </a:r>
            <a:br/>
            <a:r>
              <a:t>→ Claude reads STATE, finds → step</a:t>
            </a:r>
            <a:br/>
            <a:r>
              <a:t>→ Continues in 10-15 seconds</a:t>
            </a:r>
            <a:br/>
            <a:r>
              <a:t>→ Only 2-3K tokens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Token Economy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System Overhead per 200K Session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18872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200K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CLAUDE.md in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~3-4K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compactPrompt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STATE updates (~10/session)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~10-15K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5-7%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STATE read on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Module history reads (02/, 07/)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~3-5K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1.5-2.5%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TOTAL OVERHEAD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~20-25K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10-12%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Savings Per Compaction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0292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15-20K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saved on context re-explanation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96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70K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saved by grep-before-implement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352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53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of developer time per compaction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741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Verified/Found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924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prevents duplicate code searches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0624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1 compaction = system pays for itself</a:t>
            </a:r>
            <a:br/>
            <a:r>
              <a:t>2-3 compactions = net savings of 40-60K tokens</a:t>
            </a:r>
            <a:br/>
            <a:r>
              <a:t>Long sessions (3-5 compactions/day) = maximum ROI</a:t>
            </a:r>
            <a:br/>
            <a:br/>
            <a:r>
              <a:t>With 1M token limit: lower frequency but</a:t>
            </a:r>
            <a:br/>
            <a:r>
              <a:t>higher value per recovery (entire day of work saved)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New in v1.1: Community-Driven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Based on community research documenting 700K+ wasted tokens (GitHub issue #13579)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74720" cy="4297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grep-before-implement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100 tokens vs 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Always search codebase before</a:t>
            </a:r>
            <a:br/>
            <a:r>
              <a:t>writing new code. A simple grep</a:t>
            </a:r>
            <a:br/>
            <a:r>
              <a:t>costs 100 tokens. Reimplementing</a:t>
            </a:r>
            <a:br/>
            <a:r>
              <a:t>an existing feature costs 70K.</a:t>
            </a:r>
            <a:br/>
            <a:br/>
            <a:r>
              <a:t>Rule: grep first, read matches,</a:t>
            </a:r>
            <a:br/>
            <a:r>
              <a:t>ask user if unclear. Only then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474720" cy="4297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Verified/Found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Zero duplicate searches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New section in SESSION_STATE</a:t>
            </a:r>
            <a:br/>
            <a:r>
              <a:t>tracks what was already searched</a:t>
            </a:r>
            <a:br/>
            <a:r>
              <a:t>and found in the codebase.</a:t>
            </a:r>
            <a:br/>
            <a:br/>
            <a:r>
              <a:t>After compaction, Claude reads</a:t>
            </a:r>
            <a:br/>
            <a:r>
              <a:t>this section instead of searching</a:t>
            </a:r>
            <a:br/>
            <a:r>
              <a:t>the same files again from scratch.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3474720" cy="4297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Post-Compaction Drift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Behavioral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After compaction Claude's pattern</a:t>
            </a:r>
            <a:br/>
            <a:r>
              <a:t>shifts from careful Read→Read→Edit</a:t>
            </a:r>
            <a:br/>
            <a:r>
              <a:t>to reckless Edit→Edit.</a:t>
            </a:r>
            <a:br/>
            <a:br/>
            <a:r>
              <a:t>New rule: before any Edit after</a:t>
            </a:r>
            <a:br/>
            <a:r>
              <a:t>compaction, MUST read STATE +</a:t>
            </a:r>
            <a:br/>
            <a:r>
              <a:t>Verified/Found section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Quick Start: 3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828800"/>
            <a:ext cx="640080" cy="64008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git clone github.com/bogdan-cool-coder/</a:t>
            </a:r>
            <a:br/>
            <a:r>
              <a:t>    claude-brain.git</a:t>
            </a:r>
            <a:br/>
            <a:r>
              <a:t>cd claude-brain</a:t>
            </a:r>
            <a:br/>
            <a:r>
              <a:t>bash install.sh</a:t>
            </a:r>
            <a:br/>
            <a:br/>
            <a:r>
              <a:t>Choose: CLI / Desktop / 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19" y="182880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Initialize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cd ~/your/project</a:t>
            </a:r>
            <a:br/>
            <a:r>
              <a:t>claude-brain init MyProject</a:t>
            </a:r>
            <a:br/>
            <a:br/>
            <a:r>
              <a:t>Creates:</a:t>
            </a:r>
            <a:br/>
            <a:r>
              <a:t>  • Vault folder (00-10 dirs)</a:t>
            </a:r>
            <a:br/>
            <a:r>
              <a:t>  • CLAUDE.md in project root</a:t>
            </a:r>
            <a:br/>
            <a:r>
              <a:t>  • SESSION_STATE.md</a:t>
            </a:r>
            <a:br/>
            <a:r>
              <a:t>  • .claude/brain.conf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0" y="182880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Start 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cd ~/your/project</a:t>
            </a:r>
            <a:br/>
            <a:r>
              <a:t>claude</a:t>
            </a:r>
            <a:br/>
            <a:br/>
            <a:r>
              <a:t>Claude automatically:</a:t>
            </a:r>
            <a:br/>
            <a:r>
              <a:t>  • Loads CLAUDE.md</a:t>
            </a:r>
            <a:br/>
            <a:r>
              <a:t>  • Reads SESSION_STATE</a:t>
            </a:r>
            <a:br/>
            <a:r>
              <a:t>  • Follows recovery protocol</a:t>
            </a:r>
            <a:br/>
            <a:r>
              <a:t>  • Survives compaction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Recommendations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most valuable part is STATE, not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The plan format with → marker and "Next action" is what actually saves context. Even if all hooks break, copy-pasting STATE into chat 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Keep CLAUDE.md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Every line lives in context permanently. At 200K limit, a 300-line CLAUDE.md costs ~2% of context. Review and trim regularly.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Desktop will catch up to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Hook bug (#42336) will eventually be fixed. When it happens, Desktop automatically gets 5/5 protection — the architecture is ready.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Vault becomes a knowledge base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37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Folder 02/ accumulates project history. Any new session can read 07/ to understand module architecture without explanations.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For 1M token limit: reduce frequency, keep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943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Update STATE every 15-20 messages instead of 5. Compaction is rarer but recovery is MORE critical — an entire day of work at stake.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Georgia"/>
              </a:defRPr>
            </a:pPr>
            <a:r>
              <a:t>Claude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ADCFC"/>
                </a:solidFill>
                <a:latin typeface="Calibri"/>
              </a:defRPr>
            </a:pPr>
            <a:r>
              <a:t>Give Claude the memory it deserves.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9AF5"/>
                </a:solidFill>
                <a:latin typeface="Calibri"/>
              </a:defRPr>
            </a:pPr>
            <a:r>
              <a:t>github.com/bogdan-cool-coder/claude-brain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A"/>
                </a:solidFill>
                <a:latin typeface="Calibri"/>
              </a:defRPr>
            </a:pPr>
            <a:r>
              <a:t>Open Source  ·  MIT License  ·  CLI + Desktop  ·  v1.1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